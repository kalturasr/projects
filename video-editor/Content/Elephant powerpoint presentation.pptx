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8006-B52B-4A31-92E0-479F3341F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EE03A-0889-498A-8B46-DF65F61E4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50867-A987-4203-8CCD-14D08BB0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BF35A-5CC4-4BB0-AE54-F5B03E98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30E37-4A53-48F0-9639-F1FE224CC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148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D0E2-FF58-4C1E-A719-CA486CF8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2C8A3-5C61-4E6D-8E8C-8FBBC11B1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D719C-1252-4D87-8B5C-839C625A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82DDD-8AB5-432E-B770-B2044CF5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22BD4-5BDB-4545-8458-22A803AA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19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E032-BAA5-417F-868B-6DBE048DB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3A00D-57E8-4854-BD96-53B767F7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342F9-2FA8-41EC-A0A5-AEA44F097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FC346-EFBA-4D46-BF1E-6A282B50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5D6FD-7EAC-4DBB-85C3-F0A944D8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73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BB27-A261-4449-85C7-72EFC38F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AD834-5D17-451A-898C-568DEE99A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BE094-A43B-4726-BF5A-2B9A1BEB3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17982-6B67-458B-BAC3-230B746E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2A321-C651-4370-985A-9A64B802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6E4FE-41B6-4DEB-8110-A1484638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24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ACC6-0DEA-43D5-9CE3-C249D383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A9C4F-F692-4C3F-91C5-0DF500B61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389BD-1CC3-483E-85EA-0CA4F1B5A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2C49F-2192-4A60-8E62-52FE018BC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983A1-F5EE-4099-B353-8DE791B78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32B5E-9E0A-4077-8981-4BD6E36A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59DAE-ECA9-422F-9570-DBE9D805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A1D66A-6E41-41DC-9C80-45866486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91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6A3C-FE37-43FB-9D92-90D8B748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20F6C-8CB4-4A25-BFF6-F3017ED6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DC66B-5A61-4D22-9A3C-C1DB7984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CC56A-7E1F-443E-ACB9-120A27E7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3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D5BA8-4654-4B92-89CF-25F646AC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27B6B-3F5A-46BA-9BFC-5CC583E0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7A0BF-AF2A-40B0-BE68-FBB04E4F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9758EF5-F958-4652-A94D-0ACEA18D25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V="1">
            <a:off x="6934389" y="925299"/>
            <a:ext cx="5007402" cy="500740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42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1F78-20C5-45D6-9D17-1CFA5A94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EECC-8BD6-4556-99DC-69C22AE08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ACFA8-9A29-4B71-8F17-3CC1E92FC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6FEE1-22C8-4090-BFCE-81857F3F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19458-4408-4E1E-A484-6C37868C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655E4-A207-4BA9-9F6C-75FFAFFA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88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8949-0F28-40B0-B91A-E5437C79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EC3CB-E18D-4089-82E5-CA882A98B7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CF495-92C6-4BD0-8532-7851BE97A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50E56-D5C6-494D-92ED-715EB5A80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DFDEA-7C09-4603-9407-5C8A4E2D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C1D88-99DF-4A16-A266-F915454B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1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DA02-669A-4737-AA1E-321A6EDB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4E4F1-597A-4CE9-B8CC-DDD5EB8AB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57659-54D3-4F0F-9233-9E187A21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D443-61E9-495C-94A4-B45DB464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A4907-AA61-446D-A05F-969DC3AE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5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BD6F6-CB04-4B57-92FB-04559DC3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02FD9-9D7F-4EA2-AC3D-083C33430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0174E-E20C-4EE0-AFBD-4A06189C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463FF-5884-4731-9E4E-85926AB1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4AFE-DDC1-4134-90FE-D2783A05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14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70209-FB0D-4B2E-B4A6-AAD91F57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BBB71-C980-4FEB-9127-E5CE40F92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354ED-27FE-4235-B01E-27D7A6D87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28F17-EF0D-43AE-BF8D-A07A0D0B10E4}" type="datetimeFigureOut">
              <a:rPr lang="en-IN" smtClean="0"/>
              <a:t>12-05-2021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F9B11-6A99-47A1-B229-556581B0E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96305-8801-4FDB-8814-C2D978D75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3028D-C270-42AB-A520-3EBD40780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891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F1C751-E024-4BB0-BBDE-6E05FFFCDEFE}"/>
              </a:ext>
            </a:extLst>
          </p:cNvPr>
          <p:cNvSpPr/>
          <p:nvPr/>
        </p:nvSpPr>
        <p:spPr>
          <a:xfrm>
            <a:off x="0" y="1973943"/>
            <a:ext cx="12192000" cy="488405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FFC0DF-D370-4AF7-84FD-FF9F64AEE076}"/>
              </a:ext>
            </a:extLst>
          </p:cNvPr>
          <p:cNvSpPr/>
          <p:nvPr/>
        </p:nvSpPr>
        <p:spPr>
          <a:xfrm>
            <a:off x="6440292" y="755899"/>
            <a:ext cx="5523644" cy="55540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7EBD42F-3425-48B6-BC28-54B8EF572B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9" b="43"/>
          <a:stretch/>
        </p:blipFill>
        <p:spPr>
          <a:xfrm>
            <a:off x="6698419" y="1028556"/>
            <a:ext cx="5006975" cy="500856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E9F8BA-20C1-41B9-AC79-76B59DB01D31}"/>
              </a:ext>
            </a:extLst>
          </p:cNvPr>
          <p:cNvSpPr txBox="1"/>
          <p:nvPr/>
        </p:nvSpPr>
        <p:spPr>
          <a:xfrm>
            <a:off x="0" y="603498"/>
            <a:ext cx="6366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" panose="02040502050405020303" pitchFamily="18" charset="0"/>
              </a:rPr>
              <a:t>Elephant powerpoint presentation 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AC9C1E-081A-47B6-AC40-C26421E63AE6}"/>
              </a:ext>
            </a:extLst>
          </p:cNvPr>
          <p:cNvSpPr txBox="1"/>
          <p:nvPr/>
        </p:nvSpPr>
        <p:spPr>
          <a:xfrm>
            <a:off x="1164866" y="1215207"/>
            <a:ext cx="403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</a:rPr>
              <a:t>Download this awesome creatives and bring your presentation to life , with our creativity</a:t>
            </a:r>
            <a:endParaRPr lang="en-IN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CA66AED-957D-415E-A040-97C1349F29F8}"/>
              </a:ext>
            </a:extLst>
          </p:cNvPr>
          <p:cNvGrpSpPr/>
          <p:nvPr/>
        </p:nvGrpSpPr>
        <p:grpSpPr>
          <a:xfrm>
            <a:off x="1099128" y="2414239"/>
            <a:ext cx="4168255" cy="4186774"/>
            <a:chOff x="1155096" y="2414239"/>
            <a:chExt cx="4168255" cy="418677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7FD9B70-2410-4E1F-8EC5-418AE6DF6099}"/>
                </a:ext>
              </a:extLst>
            </p:cNvPr>
            <p:cNvGrpSpPr/>
            <p:nvPr/>
          </p:nvGrpSpPr>
          <p:grpSpPr>
            <a:xfrm>
              <a:off x="1155096" y="2414239"/>
              <a:ext cx="4168255" cy="760061"/>
              <a:chOff x="1155096" y="2414239"/>
              <a:chExt cx="4168255" cy="760061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D3E1390-6640-41BA-BAD7-2D6E93041E71}"/>
                  </a:ext>
                </a:extLst>
              </p:cNvPr>
              <p:cNvGrpSpPr/>
              <p:nvPr/>
            </p:nvGrpSpPr>
            <p:grpSpPr>
              <a:xfrm>
                <a:off x="1940862" y="2414239"/>
                <a:ext cx="3382489" cy="760061"/>
                <a:chOff x="8806762" y="3106867"/>
                <a:chExt cx="3382489" cy="760061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07E354-3752-42F5-BD73-C59583AD823E}"/>
                    </a:ext>
                  </a:extLst>
                </p:cNvPr>
                <p:cNvSpPr txBox="1"/>
                <p:nvPr/>
              </p:nvSpPr>
              <p:spPr>
                <a:xfrm>
                  <a:off x="8806762" y="3405263"/>
                  <a:ext cx="338248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bg1"/>
                      </a:solidFill>
                      <a:latin typeface="Georgia Pro Light" panose="02040302050405020303" pitchFamily="18" charset="0"/>
                    </a:rPr>
                    <a:t>This slide is an editable slide with all your needs.</a:t>
                  </a: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Georgia Pro Light" panose="02040302050405020303" pitchFamily="18" charset="0"/>
                    </a:rPr>
                    <a:t> Capture your audience attention. 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F96E516-A1ED-472B-96DA-A3898EC5CCEA}"/>
                    </a:ext>
                  </a:extLst>
                </p:cNvPr>
                <p:cNvSpPr txBox="1"/>
                <p:nvPr/>
              </p:nvSpPr>
              <p:spPr>
                <a:xfrm>
                  <a:off x="8806763" y="3106867"/>
                  <a:ext cx="255856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400" b="1" dirty="0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Largest mammal in land</a:t>
                  </a:r>
                  <a:endParaRPr lang="en-US" sz="1400" b="1" dirty="0">
                    <a:solidFill>
                      <a:schemeClr val="bg1"/>
                    </a:solidFill>
                    <a:latin typeface="Georgia Pro Cond" panose="02040506050405020303" pitchFamily="18" charset="0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357F889-3CFA-4F15-BBFB-BB27B60D6623}"/>
                  </a:ext>
                </a:extLst>
              </p:cNvPr>
              <p:cNvGrpSpPr/>
              <p:nvPr/>
            </p:nvGrpSpPr>
            <p:grpSpPr>
              <a:xfrm>
                <a:off x="1155096" y="2519949"/>
                <a:ext cx="548640" cy="548640"/>
                <a:chOff x="5705629" y="2944674"/>
                <a:chExt cx="548640" cy="54864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F501C392-5E7E-4AAB-A7E5-F9D0EFE7457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05629" y="2944674"/>
                  <a:ext cx="548640" cy="548640"/>
                </a:xfrm>
                <a:prstGeom prst="ellipse">
                  <a:avLst/>
                </a:prstGeom>
                <a:solidFill>
                  <a:schemeClr val="accent1"/>
                </a:solidFill>
                <a:ln w="6350"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/>
                </a:p>
              </p:txBody>
            </p:sp>
            <p:sp>
              <p:nvSpPr>
                <p:cNvPr id="26" name="Freeform 23">
                  <a:extLst>
                    <a:ext uri="{FF2B5EF4-FFF2-40B4-BE49-F238E27FC236}">
                      <a16:creationId xmlns:a16="http://schemas.microsoft.com/office/drawing/2014/main" id="{09D3DFC7-66AF-4D71-B40F-B786D23C6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49334" y="3095873"/>
                  <a:ext cx="261231" cy="246243"/>
                </a:xfrm>
                <a:custGeom>
                  <a:avLst/>
                  <a:gdLst>
                    <a:gd name="T0" fmla="*/ 271 w 538"/>
                    <a:gd name="T1" fmla="*/ 409 h 507"/>
                    <a:gd name="T2" fmla="*/ 435 w 538"/>
                    <a:gd name="T3" fmla="*/ 506 h 507"/>
                    <a:gd name="T4" fmla="*/ 394 w 538"/>
                    <a:gd name="T5" fmla="*/ 317 h 507"/>
                    <a:gd name="T6" fmla="*/ 537 w 538"/>
                    <a:gd name="T7" fmla="*/ 194 h 507"/>
                    <a:gd name="T8" fmla="*/ 343 w 538"/>
                    <a:gd name="T9" fmla="*/ 174 h 507"/>
                    <a:gd name="T10" fmla="*/ 271 w 538"/>
                    <a:gd name="T11" fmla="*/ 0 h 507"/>
                    <a:gd name="T12" fmla="*/ 195 w 538"/>
                    <a:gd name="T13" fmla="*/ 174 h 507"/>
                    <a:gd name="T14" fmla="*/ 0 w 538"/>
                    <a:gd name="T15" fmla="*/ 194 h 507"/>
                    <a:gd name="T16" fmla="*/ 149 w 538"/>
                    <a:gd name="T17" fmla="*/ 317 h 507"/>
                    <a:gd name="T18" fmla="*/ 103 w 538"/>
                    <a:gd name="T19" fmla="*/ 506 h 507"/>
                    <a:gd name="T20" fmla="*/ 271 w 538"/>
                    <a:gd name="T21" fmla="*/ 409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38" h="507">
                      <a:moveTo>
                        <a:pt x="271" y="409"/>
                      </a:moveTo>
                      <a:lnTo>
                        <a:pt x="435" y="506"/>
                      </a:lnTo>
                      <a:lnTo>
                        <a:pt x="394" y="317"/>
                      </a:lnTo>
                      <a:lnTo>
                        <a:pt x="537" y="194"/>
                      </a:lnTo>
                      <a:lnTo>
                        <a:pt x="343" y="174"/>
                      </a:lnTo>
                      <a:lnTo>
                        <a:pt x="271" y="0"/>
                      </a:lnTo>
                      <a:lnTo>
                        <a:pt x="195" y="174"/>
                      </a:lnTo>
                      <a:lnTo>
                        <a:pt x="0" y="194"/>
                      </a:lnTo>
                      <a:lnTo>
                        <a:pt x="149" y="317"/>
                      </a:lnTo>
                      <a:lnTo>
                        <a:pt x="103" y="506"/>
                      </a:lnTo>
                      <a:lnTo>
                        <a:pt x="271" y="40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DB1EB9E-2B9C-4E14-808D-88AFAEEE8EC9}"/>
                </a:ext>
              </a:extLst>
            </p:cNvPr>
            <p:cNvGrpSpPr/>
            <p:nvPr/>
          </p:nvGrpSpPr>
          <p:grpSpPr>
            <a:xfrm>
              <a:off x="1155096" y="4127596"/>
              <a:ext cx="4168255" cy="760061"/>
              <a:chOff x="1155096" y="4127596"/>
              <a:chExt cx="4168255" cy="76006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EE74712-11C0-410B-985C-4299962FA80F}"/>
                  </a:ext>
                </a:extLst>
              </p:cNvPr>
              <p:cNvGrpSpPr/>
              <p:nvPr/>
            </p:nvGrpSpPr>
            <p:grpSpPr>
              <a:xfrm>
                <a:off x="1940862" y="4127596"/>
                <a:ext cx="3382489" cy="760061"/>
                <a:chOff x="8806762" y="3106867"/>
                <a:chExt cx="3382489" cy="760061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0C25060-28FC-4955-B8F8-9B3C45380441}"/>
                    </a:ext>
                  </a:extLst>
                </p:cNvPr>
                <p:cNvSpPr txBox="1"/>
                <p:nvPr/>
              </p:nvSpPr>
              <p:spPr>
                <a:xfrm>
                  <a:off x="8806762" y="3405263"/>
                  <a:ext cx="338248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bg1"/>
                      </a:solidFill>
                      <a:latin typeface="Georgia Pro Light" panose="02040302050405020303" pitchFamily="18" charset="0"/>
                    </a:rPr>
                    <a:t>This slide is an editable slide with all your needs.</a:t>
                  </a: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Georgia Pro Light" panose="02040302050405020303" pitchFamily="18" charset="0"/>
                    </a:rPr>
                    <a:t> Capture your audience attention. 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3253FE2-EE23-4B5B-B2D2-1340C26F3179}"/>
                    </a:ext>
                  </a:extLst>
                </p:cNvPr>
                <p:cNvSpPr txBox="1"/>
                <p:nvPr/>
              </p:nvSpPr>
              <p:spPr>
                <a:xfrm>
                  <a:off x="8806763" y="3106867"/>
                  <a:ext cx="222120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400" b="1" dirty="0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Life span </a:t>
                  </a:r>
                  <a:r>
                    <a:rPr lang="en-US" sz="1400" b="1" dirty="0">
                      <a:solidFill>
                        <a:schemeClr val="bg1"/>
                      </a:solidFill>
                      <a:latin typeface="Georgia Pro Cond" panose="02040506050405020303" pitchFamily="18" charset="0"/>
                    </a:rPr>
                    <a:t>: 60-70 years 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67F6DAC2-E661-447A-B8CD-B47B797EBD5F}"/>
                  </a:ext>
                </a:extLst>
              </p:cNvPr>
              <p:cNvGrpSpPr/>
              <p:nvPr/>
            </p:nvGrpSpPr>
            <p:grpSpPr>
              <a:xfrm>
                <a:off x="1155096" y="4233306"/>
                <a:ext cx="548640" cy="548640"/>
                <a:chOff x="5705629" y="2944674"/>
                <a:chExt cx="548640" cy="54864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EBB3DB4D-EE45-4CB3-B8D4-48B7D9DDBC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05629" y="2944674"/>
                  <a:ext cx="548640" cy="548640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/>
                </a:p>
              </p:txBody>
            </p:sp>
            <p:sp>
              <p:nvSpPr>
                <p:cNvPr id="29" name="Freeform 23">
                  <a:extLst>
                    <a:ext uri="{FF2B5EF4-FFF2-40B4-BE49-F238E27FC236}">
                      <a16:creationId xmlns:a16="http://schemas.microsoft.com/office/drawing/2014/main" id="{05211AAA-FFB2-483B-AB00-41E6218332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49334" y="3095873"/>
                  <a:ext cx="261231" cy="246243"/>
                </a:xfrm>
                <a:custGeom>
                  <a:avLst/>
                  <a:gdLst>
                    <a:gd name="T0" fmla="*/ 271 w 538"/>
                    <a:gd name="T1" fmla="*/ 409 h 507"/>
                    <a:gd name="T2" fmla="*/ 435 w 538"/>
                    <a:gd name="T3" fmla="*/ 506 h 507"/>
                    <a:gd name="T4" fmla="*/ 394 w 538"/>
                    <a:gd name="T5" fmla="*/ 317 h 507"/>
                    <a:gd name="T6" fmla="*/ 537 w 538"/>
                    <a:gd name="T7" fmla="*/ 194 h 507"/>
                    <a:gd name="T8" fmla="*/ 343 w 538"/>
                    <a:gd name="T9" fmla="*/ 174 h 507"/>
                    <a:gd name="T10" fmla="*/ 271 w 538"/>
                    <a:gd name="T11" fmla="*/ 0 h 507"/>
                    <a:gd name="T12" fmla="*/ 195 w 538"/>
                    <a:gd name="T13" fmla="*/ 174 h 507"/>
                    <a:gd name="T14" fmla="*/ 0 w 538"/>
                    <a:gd name="T15" fmla="*/ 194 h 507"/>
                    <a:gd name="T16" fmla="*/ 149 w 538"/>
                    <a:gd name="T17" fmla="*/ 317 h 507"/>
                    <a:gd name="T18" fmla="*/ 103 w 538"/>
                    <a:gd name="T19" fmla="*/ 506 h 507"/>
                    <a:gd name="T20" fmla="*/ 271 w 538"/>
                    <a:gd name="T21" fmla="*/ 409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38" h="507">
                      <a:moveTo>
                        <a:pt x="271" y="409"/>
                      </a:moveTo>
                      <a:lnTo>
                        <a:pt x="435" y="506"/>
                      </a:lnTo>
                      <a:lnTo>
                        <a:pt x="394" y="317"/>
                      </a:lnTo>
                      <a:lnTo>
                        <a:pt x="537" y="194"/>
                      </a:lnTo>
                      <a:lnTo>
                        <a:pt x="343" y="174"/>
                      </a:lnTo>
                      <a:lnTo>
                        <a:pt x="271" y="0"/>
                      </a:lnTo>
                      <a:lnTo>
                        <a:pt x="195" y="174"/>
                      </a:lnTo>
                      <a:lnTo>
                        <a:pt x="0" y="194"/>
                      </a:lnTo>
                      <a:lnTo>
                        <a:pt x="149" y="317"/>
                      </a:lnTo>
                      <a:lnTo>
                        <a:pt x="103" y="506"/>
                      </a:lnTo>
                      <a:lnTo>
                        <a:pt x="271" y="40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8AD7F5-5BA0-429B-9869-B619F81F3797}"/>
                </a:ext>
              </a:extLst>
            </p:cNvPr>
            <p:cNvGrpSpPr/>
            <p:nvPr/>
          </p:nvGrpSpPr>
          <p:grpSpPr>
            <a:xfrm>
              <a:off x="1155096" y="5840952"/>
              <a:ext cx="4168255" cy="760061"/>
              <a:chOff x="1155096" y="5840952"/>
              <a:chExt cx="4168255" cy="76006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F223E5D-F2CD-4E2D-AE41-B808AB5E1F0D}"/>
                  </a:ext>
                </a:extLst>
              </p:cNvPr>
              <p:cNvGrpSpPr/>
              <p:nvPr/>
            </p:nvGrpSpPr>
            <p:grpSpPr>
              <a:xfrm>
                <a:off x="1940862" y="5840952"/>
                <a:ext cx="3382489" cy="760061"/>
                <a:chOff x="8806762" y="3106867"/>
                <a:chExt cx="3382489" cy="760061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13DD3D9-38BB-4444-987C-B97F0CE1155D}"/>
                    </a:ext>
                  </a:extLst>
                </p:cNvPr>
                <p:cNvSpPr txBox="1"/>
                <p:nvPr/>
              </p:nvSpPr>
              <p:spPr>
                <a:xfrm>
                  <a:off x="8806762" y="3405263"/>
                  <a:ext cx="338248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bg1"/>
                      </a:solidFill>
                      <a:latin typeface="Georgia Pro Light" panose="02040302050405020303" pitchFamily="18" charset="0"/>
                    </a:rPr>
                    <a:t>This slide is an editable slide with all your needs.</a:t>
                  </a: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Georgia Pro Light" panose="02040302050405020303" pitchFamily="18" charset="0"/>
                    </a:rPr>
                    <a:t> Capture your audience attention. 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AB4221-3C63-4C05-A5D9-C4DF49E18969}"/>
                    </a:ext>
                  </a:extLst>
                </p:cNvPr>
                <p:cNvSpPr txBox="1"/>
                <p:nvPr/>
              </p:nvSpPr>
              <p:spPr>
                <a:xfrm>
                  <a:off x="8806763" y="3106867"/>
                  <a:ext cx="222120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400" b="1" dirty="0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Food : </a:t>
                  </a:r>
                  <a:r>
                    <a:rPr lang="en-US" sz="1400" b="1" dirty="0">
                      <a:solidFill>
                        <a:schemeClr val="bg1"/>
                      </a:solidFill>
                      <a:latin typeface="Georgia Pro Cond" panose="02040506050405020303" pitchFamily="18" charset="0"/>
                    </a:rPr>
                    <a:t>140-270</a:t>
                  </a:r>
                  <a:r>
                    <a:rPr lang="en-US" sz="1400" b="1" dirty="0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 kg/day </a:t>
                  </a:r>
                  <a:endParaRPr lang="en-US" sz="1400" b="1" dirty="0">
                    <a:solidFill>
                      <a:schemeClr val="bg1"/>
                    </a:solidFill>
                    <a:latin typeface="Georgia Pro Cond" panose="02040506050405020303" pitchFamily="18" charset="0"/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01709B9-ED8D-4969-AD7D-F0523ECC624A}"/>
                  </a:ext>
                </a:extLst>
              </p:cNvPr>
              <p:cNvGrpSpPr/>
              <p:nvPr/>
            </p:nvGrpSpPr>
            <p:grpSpPr>
              <a:xfrm>
                <a:off x="1155096" y="5946662"/>
                <a:ext cx="548640" cy="548640"/>
                <a:chOff x="5705629" y="2944674"/>
                <a:chExt cx="548640" cy="548640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B403CE13-4E49-4914-B554-DD983AB53A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05629" y="2944674"/>
                  <a:ext cx="548640" cy="548640"/>
                </a:xfrm>
                <a:prstGeom prst="ellipse">
                  <a:avLst/>
                </a:prstGeom>
                <a:solidFill>
                  <a:schemeClr val="accent3"/>
                </a:solidFill>
                <a:ln w="6350"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b="1" dirty="0"/>
                </a:p>
              </p:txBody>
            </p:sp>
            <p:sp>
              <p:nvSpPr>
                <p:cNvPr id="32" name="Freeform 23">
                  <a:extLst>
                    <a:ext uri="{FF2B5EF4-FFF2-40B4-BE49-F238E27FC236}">
                      <a16:creationId xmlns:a16="http://schemas.microsoft.com/office/drawing/2014/main" id="{1CA29124-7C31-4CF5-8B67-C4D8760C41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49334" y="3095873"/>
                  <a:ext cx="261231" cy="246243"/>
                </a:xfrm>
                <a:custGeom>
                  <a:avLst/>
                  <a:gdLst>
                    <a:gd name="T0" fmla="*/ 271 w 538"/>
                    <a:gd name="T1" fmla="*/ 409 h 507"/>
                    <a:gd name="T2" fmla="*/ 435 w 538"/>
                    <a:gd name="T3" fmla="*/ 506 h 507"/>
                    <a:gd name="T4" fmla="*/ 394 w 538"/>
                    <a:gd name="T5" fmla="*/ 317 h 507"/>
                    <a:gd name="T6" fmla="*/ 537 w 538"/>
                    <a:gd name="T7" fmla="*/ 194 h 507"/>
                    <a:gd name="T8" fmla="*/ 343 w 538"/>
                    <a:gd name="T9" fmla="*/ 174 h 507"/>
                    <a:gd name="T10" fmla="*/ 271 w 538"/>
                    <a:gd name="T11" fmla="*/ 0 h 507"/>
                    <a:gd name="T12" fmla="*/ 195 w 538"/>
                    <a:gd name="T13" fmla="*/ 174 h 507"/>
                    <a:gd name="T14" fmla="*/ 0 w 538"/>
                    <a:gd name="T15" fmla="*/ 194 h 507"/>
                    <a:gd name="T16" fmla="*/ 149 w 538"/>
                    <a:gd name="T17" fmla="*/ 317 h 507"/>
                    <a:gd name="T18" fmla="*/ 103 w 538"/>
                    <a:gd name="T19" fmla="*/ 506 h 507"/>
                    <a:gd name="T20" fmla="*/ 271 w 538"/>
                    <a:gd name="T21" fmla="*/ 409 h 5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38" h="507">
                      <a:moveTo>
                        <a:pt x="271" y="409"/>
                      </a:moveTo>
                      <a:lnTo>
                        <a:pt x="435" y="506"/>
                      </a:lnTo>
                      <a:lnTo>
                        <a:pt x="394" y="317"/>
                      </a:lnTo>
                      <a:lnTo>
                        <a:pt x="537" y="194"/>
                      </a:lnTo>
                      <a:lnTo>
                        <a:pt x="343" y="174"/>
                      </a:lnTo>
                      <a:lnTo>
                        <a:pt x="271" y="0"/>
                      </a:lnTo>
                      <a:lnTo>
                        <a:pt x="195" y="174"/>
                      </a:lnTo>
                      <a:lnTo>
                        <a:pt x="0" y="194"/>
                      </a:lnTo>
                      <a:lnTo>
                        <a:pt x="149" y="317"/>
                      </a:lnTo>
                      <a:lnTo>
                        <a:pt x="103" y="506"/>
                      </a:lnTo>
                      <a:lnTo>
                        <a:pt x="271" y="40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356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7030A0"/>
      </a:lt2>
      <a:accent1>
        <a:srgbClr val="FFE056"/>
      </a:accent1>
      <a:accent2>
        <a:srgbClr val="FF6387"/>
      </a:accent2>
      <a:accent3>
        <a:srgbClr val="4BCFFF"/>
      </a:accent3>
      <a:accent4>
        <a:srgbClr val="9E95F3"/>
      </a:accent4>
      <a:accent5>
        <a:srgbClr val="00EAB8"/>
      </a:accent5>
      <a:accent6>
        <a:srgbClr val="00B0F0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Georgia Pro Cond</vt:lpstr>
      <vt:lpstr>Georgia Pro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sandysanthiya1234@outlook.com</cp:lastModifiedBy>
  <cp:revision>3</cp:revision>
  <dcterms:created xsi:type="dcterms:W3CDTF">2021-05-12T05:37:03Z</dcterms:created>
  <dcterms:modified xsi:type="dcterms:W3CDTF">2021-05-12T05:57:22Z</dcterms:modified>
</cp:coreProperties>
</file>